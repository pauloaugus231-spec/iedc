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0e966226cd400d" /><Relationship Type="http://schemas.openxmlformats.org/officeDocument/2006/relationships/extended-properties" Target="/docProps/app.xml" Id="Rc7854d5bc46044b3" /><Relationship Type="http://schemas.openxmlformats.org/officeDocument/2006/relationships/officeDocument" Target="/ppt/presentation.xml" Id="R1bcf0dfc15ee42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477e595e4043af"/>
  </p:sldMasterIdLst>
  <p:notesMasterIdLst>
    <p:notesMasterId xmlns:r="http://schemas.openxmlformats.org/officeDocument/2006/relationships" r:id="R88280ff6e1684835"/>
  </p:notesMasterIdLst>
  <p:sldIdLst>
    <p:sldId xmlns:r="http://schemas.openxmlformats.org/officeDocument/2006/relationships" id="256" r:id="R444217ecfc7b4ba5"/>
    <p:sldId xmlns:r="http://schemas.openxmlformats.org/officeDocument/2006/relationships" id="257" r:id="R40d81d11c4af4fe1"/>
    <p:sldId xmlns:r="http://schemas.openxmlformats.org/officeDocument/2006/relationships" id="258" r:id="R3dfdb8eeb446414f"/>
    <p:sldId xmlns:r="http://schemas.openxmlformats.org/officeDocument/2006/relationships" id="259" r:id="R35ed6faa98664f3b"/>
    <p:sldId xmlns:r="http://schemas.openxmlformats.org/officeDocument/2006/relationships" id="260" r:id="R4c64ef7f06664f67"/>
    <p:sldId xmlns:r="http://schemas.openxmlformats.org/officeDocument/2006/relationships" id="261" r:id="R4ffde78e78db40e3"/>
    <p:sldId xmlns:r="http://schemas.openxmlformats.org/officeDocument/2006/relationships" id="262" r:id="R4b1590b83439429f"/>
    <p:sldId xmlns:r="http://schemas.openxmlformats.org/officeDocument/2006/relationships" id="263" r:id="R7841f032418842e9"/>
    <p:sldId xmlns:r="http://schemas.openxmlformats.org/officeDocument/2006/relationships" id="264" r:id="Rb7afdc7a42334896"/>
    <p:sldId xmlns:r="http://schemas.openxmlformats.org/officeDocument/2006/relationships" id="265" r:id="Rade8ca4202d94ff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916711553247d1" /><Relationship Type="http://schemas.openxmlformats.org/officeDocument/2006/relationships/slideMaster" Target="/ppt/slideMasters/slideMaster1.xml" Id="R3d477e595e4043af" /><Relationship Type="http://schemas.openxmlformats.org/officeDocument/2006/relationships/notesMaster" Target="/ppt/notesMasters/notesMaster1.xml" Id="R88280ff6e1684835" /><Relationship Type="http://schemas.openxmlformats.org/officeDocument/2006/relationships/presProps" Target="/ppt/presProps.xml" Id="Ree6a6fd662594a6a" /><Relationship Type="http://schemas.openxmlformats.org/officeDocument/2006/relationships/viewProps" Target="/ppt/viewProps.xml" Id="Rc29ca283a3514a97" /><Relationship Type="http://schemas.openxmlformats.org/officeDocument/2006/relationships/tableStyles" Target="/ppt/tableStyles.xml" Id="R518f4d2f9df44591" /><Relationship Type="http://schemas.openxmlformats.org/officeDocument/2006/relationships/slide" Target="/ppt/slides/slide1.xml" Id="R444217ecfc7b4ba5" /><Relationship Type="http://schemas.openxmlformats.org/officeDocument/2006/relationships/slide" Target="/ppt/slides/slide2.xml" Id="R40d81d11c4af4fe1" /><Relationship Type="http://schemas.openxmlformats.org/officeDocument/2006/relationships/slide" Target="/ppt/slides/slide3.xml" Id="R3dfdb8eeb446414f" /><Relationship Type="http://schemas.openxmlformats.org/officeDocument/2006/relationships/slide" Target="/ppt/slides/slide4.xml" Id="R35ed6faa98664f3b" /><Relationship Type="http://schemas.openxmlformats.org/officeDocument/2006/relationships/slide" Target="/ppt/slides/slide5.xml" Id="R4c64ef7f06664f67" /><Relationship Type="http://schemas.openxmlformats.org/officeDocument/2006/relationships/slide" Target="/ppt/slides/slide6.xml" Id="R4ffde78e78db40e3" /><Relationship Type="http://schemas.openxmlformats.org/officeDocument/2006/relationships/slide" Target="/ppt/slides/slide7.xml" Id="R4b1590b83439429f" /><Relationship Type="http://schemas.openxmlformats.org/officeDocument/2006/relationships/slide" Target="/ppt/slides/slide8.xml" Id="R7841f032418842e9" /><Relationship Type="http://schemas.openxmlformats.org/officeDocument/2006/relationships/slide" Target="/ppt/slides/slide9.xml" Id="Rb7afdc7a42334896" /><Relationship Type="http://schemas.openxmlformats.org/officeDocument/2006/relationships/slide" Target="/ppt/slides/slide10.xml" Id="Rade8ca4202d94f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05705ac60f44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067ceef99b4804" /><Relationship Type="http://schemas.openxmlformats.org/officeDocument/2006/relationships/notesMaster" Target="/ppt/notesMasters/notesMaster1.xml" Id="R9be6f2df37d64e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7c8c571aba4868" /><Relationship Type="http://schemas.openxmlformats.org/officeDocument/2006/relationships/notesMaster" Target="/ppt/notesMasters/notesMaster1.xml" Id="R68e5a15a498a41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d1e0ee56ee4163" /><Relationship Type="http://schemas.openxmlformats.org/officeDocument/2006/relationships/notesMaster" Target="/ppt/notesMasters/notesMaster1.xml" Id="Rf839edf1efc549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e2b21121fd4314" /><Relationship Type="http://schemas.openxmlformats.org/officeDocument/2006/relationships/notesMaster" Target="/ppt/notesMasters/notesMaster1.xml" Id="R963c6417711a44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01e5ba09394a27" /><Relationship Type="http://schemas.openxmlformats.org/officeDocument/2006/relationships/notesMaster" Target="/ppt/notesMasters/notesMaster1.xml" Id="R4315da4f9ded46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56e26063714916" /><Relationship Type="http://schemas.openxmlformats.org/officeDocument/2006/relationships/notesMaster" Target="/ppt/notesMasters/notesMaster1.xml" Id="R25fb005ecf8c47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fe3eac14e941a4" /><Relationship Type="http://schemas.openxmlformats.org/officeDocument/2006/relationships/notesMaster" Target="/ppt/notesMasters/notesMaster1.xml" Id="R41adc78d8f1e45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537d70d2cd48a6" /><Relationship Type="http://schemas.openxmlformats.org/officeDocument/2006/relationships/notesMaster" Target="/ppt/notesMasters/notesMaster1.xml" Id="Rc252260dbad143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eec43b31104ddf" /><Relationship Type="http://schemas.openxmlformats.org/officeDocument/2006/relationships/notesMaster" Target="/ppt/notesMasters/notesMaster1.xml" Id="R790ab1881b024c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8644c391e6481f" /><Relationship Type="http://schemas.openxmlformats.org/officeDocument/2006/relationships/notesMaster" Target="/ppt/notesMasters/notesMaster1.xml" Id="Ra7b68943599b4b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bb1d25fb74a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e9a4e80f9e42bf" /><Relationship Type="http://schemas.openxmlformats.org/officeDocument/2006/relationships/slideLayout" Target="/ppt/slideLayouts/slideLayout1.xml" Id="R95c7f0e2752c4f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c7f0e2752c4f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9a53a2faf4d7c" /><Relationship Type="http://schemas.openxmlformats.org/officeDocument/2006/relationships/image" Target="/ppt/media/image.png" Id="Rb4161a656f5d424e" /><Relationship Type="http://schemas.openxmlformats.org/officeDocument/2006/relationships/image" Target="/ppt/media/image2.png" Id="R09dcb42aebb944e0" /><Relationship Type="http://schemas.openxmlformats.org/officeDocument/2006/relationships/notesSlide" Target="/ppt/notesSlides/notesSlide1.xml" Id="R6d6c64e1945349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6c31c907147dc" /><Relationship Type="http://schemas.openxmlformats.org/officeDocument/2006/relationships/notesSlide" Target="/ppt/notesSlides/notesSlide2.xml" Id="R740a9ef6106b4e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88017788848af" /><Relationship Type="http://schemas.openxmlformats.org/officeDocument/2006/relationships/image" Target="/ppt/media/image3.png" Id="Rf34223d2ecea45ce" /><Relationship Type="http://schemas.openxmlformats.org/officeDocument/2006/relationships/notesSlide" Target="/ppt/notesSlides/notesSlide3.xml" Id="R7c3f5554274e47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c587b8bb245a9" /><Relationship Type="http://schemas.openxmlformats.org/officeDocument/2006/relationships/image" Target="/ppt/media/image4.png" Id="Re94e7f3aad7149bd" /><Relationship Type="http://schemas.openxmlformats.org/officeDocument/2006/relationships/notesSlide" Target="/ppt/notesSlides/notesSlide4.xml" Id="Rdfb8f45e889c49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a37dfebcb4803" /><Relationship Type="http://schemas.openxmlformats.org/officeDocument/2006/relationships/image" Target="/ppt/media/image5.png" Id="R7e37daad7cec4367" /><Relationship Type="http://schemas.openxmlformats.org/officeDocument/2006/relationships/image" Target="/ppt/media/image6.png" Id="Rb20ad03d67db41f8" /><Relationship Type="http://schemas.openxmlformats.org/officeDocument/2006/relationships/notesSlide" Target="/ppt/notesSlides/notesSlide5.xml" Id="Rbc0b8461642a4d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b4fe0e5c043f1" /><Relationship Type="http://schemas.openxmlformats.org/officeDocument/2006/relationships/image" Target="/ppt/media/image7.png" Id="R73ba3aa1a54d446c" /><Relationship Type="http://schemas.openxmlformats.org/officeDocument/2006/relationships/notesSlide" Target="/ppt/notesSlides/notesSlide6.xml" Id="Re3078b2a9be544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26b4b7604449f" /><Relationship Type="http://schemas.openxmlformats.org/officeDocument/2006/relationships/image" Target="/ppt/media/image8.png" Id="Rb8623336896145eb" /><Relationship Type="http://schemas.openxmlformats.org/officeDocument/2006/relationships/notesSlide" Target="/ppt/notesSlides/notesSlide7.xml" Id="Rbfcf3eb2a90e4c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740730ce54240" /><Relationship Type="http://schemas.openxmlformats.org/officeDocument/2006/relationships/image" Target="/ppt/media/image9.png" Id="R71d23342921a4fac" /><Relationship Type="http://schemas.openxmlformats.org/officeDocument/2006/relationships/image" Target="/ppt/media/image10.png" Id="Rc91aae29c9fa4158" /><Relationship Type="http://schemas.openxmlformats.org/officeDocument/2006/relationships/notesSlide" Target="/ppt/notesSlides/notesSlide8.xml" Id="Rb2ad5988f1e64a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d667e6e764c53" /><Relationship Type="http://schemas.openxmlformats.org/officeDocument/2006/relationships/image" Target="/ppt/media/image11.png" Id="R27167567b53d4907" /><Relationship Type="http://schemas.openxmlformats.org/officeDocument/2006/relationships/image" Target="/ppt/media/image12.png" Id="R79eed980c6d64f2f" /><Relationship Type="http://schemas.openxmlformats.org/officeDocument/2006/relationships/notesSlide" Target="/ppt/notesSlides/notesSlide9.xml" Id="R83fcfc06955949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e8432fdab451f" /><Relationship Type="http://schemas.openxmlformats.org/officeDocument/2006/relationships/notesSlide" Target="/ppt/notesSlides/notesSlide10.xml" Id="R15ffc550d8fe41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AE34D0-B871-42CE-8F64-56EAD635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D9D50-BDEF-4C3D-8EFA-5E79897B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6895A-FFAC-47E7-AC57-1DDC1CC4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7B6"/>
                </a:solidFill>
                <a:latin typeface="Aptos"/>
                <a:ea typeface="Aptos"/>
                <a:cs typeface="Aptos"/>
              </a:rPr>
              <a:t>TREINAMENTO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F60D0-1825-476F-9BDA-CB222D39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85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Manual visual do Albergue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65885-F51F-490E-A9CC-50B04FEF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Screenshots reais, dados ficticios e rotina operacional por perfil.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29D64-6046-40C1-9682-CA87B3C3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84935-FA02-4592-81D2-7D2D63B8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57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Manual Visual Albergue | Sistema Dias da Cruz | 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F5629-B871-41CE-82E0-DC1F304A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54673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61a656f5d424e"/>
          <a:stretch xmlns:a="http://schemas.openxmlformats.org/drawingml/2006/main"/>
        </p:blipFill>
        <p:spPr>
          <a:xfrm xmlns:a="http://schemas.openxmlformats.org/drawingml/2006/main">
            <a:off x="514350" y="2001044"/>
            <a:ext cx="5429250" cy="377031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EF672-72A5-4C0E-8037-189538FA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53721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cb42aebb944e0"/>
          <a:stretch xmlns:a="http://schemas.openxmlformats.org/drawingml/2006/main"/>
        </p:blipFill>
        <p:spPr>
          <a:xfrm xmlns:a="http://schemas.openxmlformats.org/drawingml/2006/main">
            <a:off x="6286500" y="2034117"/>
            <a:ext cx="5334000" cy="370416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0D2F1D-3E71-4C88-BAFD-3B8E1332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28650"/>
            <a:ext cx="371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E3399-9788-4BED-ADF0-375495AE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3820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 tela solta para metodo de plantao.</a:t>
            </a:r>
          </a:p>
        </p:txBody>
      </p:sp>
    </p:spTree>
    <p:extLst>
      <p:ext uri="{BB962C8B-B14F-4D97-AF65-F5344CB8AC3E}">
        <p14:creationId xmlns:p14="http://schemas.microsoft.com/office/powerpoint/2010/main" val="4317073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291BD1-B854-4F94-B3A6-CB41AB22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27840-D904-4017-ABAD-B6392DC0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E551E-F5AE-42F2-BE6E-D585EE8D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7B6"/>
                </a:solidFill>
                <a:latin typeface="Aptos"/>
                <a:ea typeface="Aptos"/>
                <a:cs typeface="Aptos"/>
              </a:rPr>
              <a:t>FLUXO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D1038-5115-4BD8-B00D-99D82D59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85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O plantao tem uma ordem que protege censo e relatorio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D3C94-E336-4A70-AA3F-310ED908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O treinamento deve seguir o fluxo real da operacao.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42C84-0978-44D0-BA4C-4A833C63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40BDF-2E2B-45F1-B628-CBE31011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57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Manual Visual Albergue | Sistema Dias da Cruz |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D46C2-1E9B-434F-9158-B942D2EA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0211A-084F-4C66-B3C1-C1171BCD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2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5B5B3-3920-4910-8C38-6F994AB3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17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390C58-3349-4CB1-AEAB-F03418CD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907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Ler ocupacao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CC937-4720-4943-BD2F-0EF42505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479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Painel, casas, vagas e saidas previstas.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95BA04-D102-46DE-9CE6-A13DBA10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9A9F98-AFE6-4214-9188-BB2C073E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32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95E05-D2FB-4B38-8C6E-73C70F91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33650"/>
            <a:ext cx="17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EA2EC-FD85-40F0-8CA7-0BECA8F5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907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Buscar pessoa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E38370-ABE3-4FAB-B4A0-F1FF3229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479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Evita cadastro duplicado e decisao cega.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54C82-6352-4DFB-BD50-8F5E8F20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F44335-6C21-46D1-B82F-B5B39819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32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987C2A-B4AC-4A33-AAD2-488E3C41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33650"/>
            <a:ext cx="17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D4298-667D-4DB8-B34C-1EB57569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907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Registrar estadia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A927C-48EC-44FA-A08D-75C69303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479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Entrada em cama real, prorrogacao ou checkout.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57FE6-3161-45CB-9D0E-D114B3FE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381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834361-0845-4A50-847D-488E2AFD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32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2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D61E59-F896-424F-9288-EA965744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17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B51E53-CF21-4E9B-BB0D-EB51BA17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9077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Fechar evidencia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DD7F96-F3ED-46C4-BC96-5B8068D1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47950"/>
            <a:ext cx="1828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Presenca, qualidade, relatorio, impacto e RMA.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7422B2-F879-4CC7-9A23-D1BD657A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4F0550-FD14-4A58-9566-06399AFC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91050"/>
            <a:ext cx="781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Regra: quem opera registra; quem coordena valida; quem gere decide.</a:t>
            </a:r>
          </a:p>
        </p:txBody>
      </p:sp>
    </p:spTree>
    <p:extLst>
      <p:ext uri="{BB962C8B-B14F-4D97-AF65-F5344CB8AC3E}">
        <p14:creationId xmlns:p14="http://schemas.microsoft.com/office/powerpoint/2010/main" val="1436276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CEE65B-FB55-4FE2-BECB-92923A57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99C5CD-55F9-4795-8E60-979A9D81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AAFC8-BC8B-429E-BBF3-391F6BB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7B6"/>
                </a:solidFill>
                <a:latin typeface="Aptos"/>
                <a:ea typeface="Aptos"/>
                <a:cs typeface="Aptos"/>
              </a:rPr>
              <a:t>PAINEL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DC70E-2F66-4DF6-A7CF-47F93933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85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O painel entrega a primeira leitura operacional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BFFFD-7B62-48D4-8800-D365B081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Antes de entrada ou saida, a equipe precisa ver capacidade, risco e pendencias.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CBE78-506B-4A49-B377-4496833B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A10E6-1340-4A87-91CC-E2A55453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57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Manual Visual Albergue | Sistema Dias da Cruz | 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EBCB0-7F83-4FD1-B194-C6CF85C8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85950"/>
            <a:ext cx="72771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223d2ecea45ce"/>
          <a:stretch xmlns:a="http://schemas.openxmlformats.org/drawingml/2006/main"/>
        </p:blipFill>
        <p:spPr>
          <a:xfrm xmlns:a="http://schemas.openxmlformats.org/drawingml/2006/main">
            <a:off x="910590" y="1905000"/>
            <a:ext cx="6446520" cy="4476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6E376-A3DD-497E-A87E-052637E4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0575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76725-EE7F-4795-9486-51C6301D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24200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CCB33-03B2-4B14-A0EF-4C10F07A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624E1-15B4-48DA-933B-036DD54A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33825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F762A-E65C-467E-9927-16E8D00B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8197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A1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26BFE-6E49-4C25-9194-953E57A8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886450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FD160-A28C-466B-B610-A10106D7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63950-4EED-4575-94A8-3F7E3431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8AA36-C243-4CA7-83B3-AB2AD2C5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193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47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7B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0F3C0-E101-4D24-8D92-A8084D13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812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Casas e vagas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A7FDF-7CD1-4BB4-9A84-39768CD5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Clique na casa para abrir camas ocupadas e livres.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6797C1-133B-4E64-9E71-4B353A27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0FFA40-5DAF-422B-B581-F316FD9D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F7B58C-8C6C-4D53-B32E-D6457B8E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2897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F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8F383B-2799-4B68-AEB6-1CF1B2EA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908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Ocupacao total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DF8C4B-97A4-4FD4-831E-B9ED40D6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480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Mostra se a capacidade esta sob pressao.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780E1E-C064-4A37-9A58-BA663C30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1923B5-8A4D-451E-9737-5BD30173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0F05CA-ADAB-42A5-9CAB-2811CABE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386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9A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29A1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F0E0A4-96F9-41E2-A9FA-6D64B67C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005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Pendencias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2FEC84-4409-4E37-82CE-1A02A044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57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Presenca pendente deve ser tratada antes do fechamento.</a:t>
            </a:r>
          </a:p>
        </p:txBody>
      </p:sp>
    </p:spTree>
    <p:extLst>
      <p:ext uri="{BB962C8B-B14F-4D97-AF65-F5344CB8AC3E}">
        <p14:creationId xmlns:p14="http://schemas.microsoft.com/office/powerpoint/2010/main" val="18759603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8D7B5A-8878-428B-8507-2A781379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A21A6-A602-4664-A6D9-F935B79E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E7BA8-A33E-42BD-BA0D-A0996F88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7B6"/>
                </a:solidFill>
                <a:latin typeface="Aptos"/>
                <a:ea typeface="Aptos"/>
                <a:cs typeface="Aptos"/>
              </a:rPr>
              <a:t>CAMAS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841B5-EA24-4B56-9759-F7043AA6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85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A estadia so existe se houver cama real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681C6-9017-43B6-AB80-8E99D603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O modal concentra permanencia, troca e checkout.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4F357-FD5D-48EE-A3D6-C4D0216D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BF9A7-8C63-4624-B8BF-EB68E0DA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57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Manual Visual Albergue | Sistema Dias da Cruz | 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989A7-49A3-4117-8A44-FDBDFF24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775335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e7f3aad7149bd"/>
          <a:stretch xmlns:a="http://schemas.openxmlformats.org/drawingml/2006/main"/>
        </p:blipFill>
        <p:spPr>
          <a:xfrm xmlns:a="http://schemas.openxmlformats.org/drawingml/2006/main">
            <a:off x="1080135" y="1809750"/>
            <a:ext cx="6583680" cy="4572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EA5DB-35F2-4D94-A3E6-9D2AC462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62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FA54E-08A3-4C45-823C-8AE2A22F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028825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3D69E-48FA-4866-8A2C-732A2CAA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432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C33C4-4535-4C06-9248-D536AF9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409950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5B2E2-AEB6-462D-8304-23E07FB7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86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252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14FC7-3E0E-4CF2-B513-85DDB281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52825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A87E7-82D6-4BE2-AB5F-C56AE89F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85DF1-05ED-47BE-918E-98B7C330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F659C5-6EE6-4A44-93AF-0AD1B74A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812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47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7B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EC84D5-B0DE-487C-B441-EDE69EAA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431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Resumo da casa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19334-1053-47DE-9AC6-E4004A49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003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Ocupadas, livres e percentual da casa.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88C17-A660-4506-9758-3B9C13E7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329C3-CBE1-4AB0-A0E5-21793FCF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DB13DF-6704-4046-851F-998D7A78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099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F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75D94D-8800-4E87-A898-BF5EDDB9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718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Acoes por cama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EBCA8B-5155-4D37-B3EE-41CB520D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290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Prorrogar, trocar e checkout alteram historico.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11034F-8BAD-439D-A3C0-37E7BCD0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857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A0E895-E45F-4250-A81D-0E9682CE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2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8B286-8352-4292-8417-E80E355C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386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252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252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E6A058-2D91-4370-8799-36935F5E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005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Vencido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AF9D14-6AF2-4FE0-868C-1E10B41E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577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Prazo vencido pede decisao operacional.</a:t>
            </a:r>
          </a:p>
        </p:txBody>
      </p:sp>
    </p:spTree>
    <p:extLst>
      <p:ext uri="{BB962C8B-B14F-4D97-AF65-F5344CB8AC3E}">
        <p14:creationId xmlns:p14="http://schemas.microsoft.com/office/powerpoint/2010/main" val="17262430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8311C5-B19D-4D60-B412-78AC16DA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F9965-91B5-4FCD-A76A-1ADA1FC4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0AC09-0024-4139-AC2A-26EA275C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7B6"/>
                </a:solidFill>
                <a:latin typeface="Aptos"/>
                <a:ea typeface="Aptos"/>
                <a:cs typeface="Aptos"/>
              </a:rPr>
              <a:t>CADASTRO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292FA-69E0-4BC5-B964-5E888CE1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85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Buscar antes de cadastrar evita duplicidade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42C57-D8B7-426F-87C1-84EE4009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A busca decide se a acao correta e abrir, entrada ou saida.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CFC6A-315F-4445-8E68-1403FAE0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99C2E-5E20-495F-9D1A-A5B75F71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57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Manual Visual Albergue | Sistema Dias da Cruz | 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CA413-34A4-4B88-AD01-E78346AA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58483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7daad7cec4367"/>
          <a:stretch xmlns:a="http://schemas.openxmlformats.org/drawingml/2006/main"/>
        </p:blipFill>
        <p:spPr>
          <a:xfrm xmlns:a="http://schemas.openxmlformats.org/drawingml/2006/main">
            <a:off x="882015" y="1885950"/>
            <a:ext cx="5074920" cy="3524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69474-67E5-4D61-9AA5-D51AEABE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66900"/>
            <a:ext cx="48006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ad03d67db41f8"/>
          <a:stretch xmlns:a="http://schemas.openxmlformats.org/drawingml/2006/main"/>
        </p:blipFill>
        <p:spPr>
          <a:xfrm xmlns:a="http://schemas.openxmlformats.org/drawingml/2006/main">
            <a:off x="6629400" y="1994429"/>
            <a:ext cx="4762500" cy="3307292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F9FF0-5409-4961-AF0C-78181D59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71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CD89E-9483-4323-A5FE-831C25EB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438525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A06F3-37E4-4015-A535-C92DFD7F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2479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278B2-EF0A-4354-BADE-A818FD3F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314575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A17B9-BFA2-481F-AE14-32CD9707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1D714-F2BE-4AFD-AC51-F2C4DB84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5F8260-4C0A-43C4-A3CE-F76E8E56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007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47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7B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B4A137-9802-4DC4-8B00-5F49A66D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62625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Busca primeiro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02F6E2-9045-48EC-8F50-39540543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019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Nome, nome social, CPF ou NIS reduzem duplicidade.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F87B80-4B05-4292-833E-FDA1EE32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1975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3365E-D8B8-48AA-9545-10F13DBE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197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E17D0C-2B3D-4D96-B78E-0A00F73B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007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F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A419CE-7C14-4BD2-937D-17FE512E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62625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Cadastro por etapas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5CB65C-807E-40A2-A39D-22F211E1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019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Identificacao, contato e cuidados sem improviso.</a:t>
            </a:r>
          </a:p>
        </p:txBody>
      </p:sp>
    </p:spTree>
    <p:extLst>
      <p:ext uri="{BB962C8B-B14F-4D97-AF65-F5344CB8AC3E}">
        <p14:creationId xmlns:p14="http://schemas.microsoft.com/office/powerpoint/2010/main" val="19343754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2CB969-367D-42C4-BF54-B2CFA484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FDB30-2BD8-45B5-8616-85889041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12F38-F567-485E-9427-F8084159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7B6"/>
                </a:solidFill>
                <a:latin typeface="Aptos"/>
                <a:ea typeface="Aptos"/>
                <a:cs typeface="Aptos"/>
              </a:rPr>
              <a:t>PERFIL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4A08D-A113-4590-8FAD-769A622B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85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O perfil e a memoria institucional do atendimento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12874-26DC-431C-B6AD-62923A33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Toda decisao sensivel deveria passar por esta leitura.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C1C71-BA86-4209-A2E7-82624375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D7DF6-E03E-48F7-BC27-C916EDDB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57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Manual Visual Albergue | Sistema Dias da Cruz | 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A7F154-0851-4B42-80D3-CBE83C2C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72771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a3aa1a54d446c"/>
          <a:stretch xmlns:a="http://schemas.openxmlformats.org/drawingml/2006/main"/>
        </p:blipFill>
        <p:spPr>
          <a:xfrm xmlns:a="http://schemas.openxmlformats.org/drawingml/2006/main">
            <a:off x="910590" y="1885950"/>
            <a:ext cx="6446520" cy="4476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580CE-63F0-4471-9FA3-847FA85C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050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C5DD6-DD0D-4382-99C9-7A1FC004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71700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9F400-0252-4801-A8A7-9CFC73EA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24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42E72-97BB-4863-A4F8-053104EF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90975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C4190-8147-4897-93A8-61528006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005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252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38DAA-FE57-47A6-A141-C87ADDAA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267200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3B3C7-2A5A-4BA9-AD9F-1FD5DA0B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4A3CC-3149-4A29-96A1-908EFADE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6CA1C-CDF2-44DA-AE77-26151DB9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193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47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7B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32BA3-7D37-4F5A-BA41-9F4797B8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812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Identificacao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CB38A1-4B36-437E-AC3F-B54B6E9E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Nome, documento e dados basicos.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89A2BE-9801-454D-B472-4160417A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71A8B-540B-4EA9-A784-A8E61156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32364-DE5A-4DF6-96D0-A3CB85E9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2897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F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ED241F-7C0A-41EC-8711-4F1DD146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908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Estadia atual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9A78F3-8197-48E0-896C-E96A3F6D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480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Cama, entrada, dias e saida prevista.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AD2F28-CEC5-4D99-B6E8-A1E2A6E1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F774A4-CA03-43D3-B51E-0779E4F5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2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A811F5-9161-494E-BDD8-8AD208E1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386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252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252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389F5E-532D-4809-852F-8BC8A632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005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Saida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217EC4-D9A6-41F2-8B8E-65914EC8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57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Checkout libera vaga e fecha historico.</a:t>
            </a:r>
          </a:p>
        </p:txBody>
      </p:sp>
    </p:spTree>
    <p:extLst>
      <p:ext uri="{BB962C8B-B14F-4D97-AF65-F5344CB8AC3E}">
        <p14:creationId xmlns:p14="http://schemas.microsoft.com/office/powerpoint/2010/main" val="5442686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FE6360-2A79-4CF9-92C0-C5424A9B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6D4CE-6DA2-4F17-AE5C-01D6D68B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79B7A-D908-4C9A-9B90-217D0619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7B6"/>
                </a:solidFill>
                <a:latin typeface="Aptos"/>
                <a:ea typeface="Aptos"/>
                <a:cs typeface="Aptos"/>
              </a:rPr>
              <a:t>PRESENCA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A71FA-54E3-4BB6-A7BD-808F8E76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85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Presenca fecha a realidade da noite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4E42D-D03F-4B28-97B5-842161C5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Pendente nao resolvido vira erro de censo ou retrabalho.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24B02-6D45-4448-B1DA-E84796C4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F1634-E3F3-47F3-B9F9-D4F5ADA8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57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Manual Visual Albergue | Sistema Dias da Cruz | 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7FC3C-16CC-4441-9D56-9EC4EF7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72771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23336896145eb"/>
          <a:stretch xmlns:a="http://schemas.openxmlformats.org/drawingml/2006/main"/>
        </p:blipFill>
        <p:spPr>
          <a:xfrm xmlns:a="http://schemas.openxmlformats.org/drawingml/2006/main">
            <a:off x="910590" y="1885950"/>
            <a:ext cx="6446520" cy="4476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1C99D-BF3E-46B3-AA7E-554D2395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0575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AD21F-922A-4C1F-8B2D-95A2821B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24200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D5117C-6DA3-40BD-99CD-CC6A1000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575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252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33479-EA9D-4E9F-873F-1829C4AC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24200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0E98E-4CB0-4D14-B394-6CF0A949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911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A14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4C298-FB06-4674-8F92-EFA37E71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57775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FF0D4-6B3C-4389-A288-1F568977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86CE7-FA89-47B6-96DC-E7ABDA58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A42F8-6F6A-44EF-9884-D6931DCC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193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F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C222E-0EB6-42B2-B43B-39DE43F3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812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Presentes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D5ED0-250B-4408-A613-8BD0526A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Confirmados no plantao.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C4BE3F-7A4E-4E0C-81E6-525F5EB6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D78B90-5808-4C18-8319-1F6ACCC9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2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4882D8-6BDF-4102-A073-ABC34A9F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2897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252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252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5D26D4-F74A-4FF0-B149-99F852D0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908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Pendentes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637D4-4B45-4FEE-B5A4-28D4EF7E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480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Exigem conferencia antes do encerramento.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A4EF2E-ABA7-42AB-83FF-863534A1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3143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ED24A1-06F2-4612-9CBC-B7AA4549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C34E58-FA85-46A8-8DD7-D69F9F28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386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29A1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29A1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9A1D34-CB19-443D-BED2-ABB3C9A1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005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Encerrar triagem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2F1895-2A02-465F-931D-BDAFF200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57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So depois de revisar quarto, pessoa e cama.</a:t>
            </a:r>
          </a:p>
        </p:txBody>
      </p:sp>
    </p:spTree>
    <p:extLst>
      <p:ext uri="{BB962C8B-B14F-4D97-AF65-F5344CB8AC3E}">
        <p14:creationId xmlns:p14="http://schemas.microsoft.com/office/powerpoint/2010/main" val="1885802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E3F905-8CD7-40FB-B5CD-C8D110EB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1AD4D-D8D6-4BBA-BF37-C587546C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FF7EF-AC9E-4214-95E2-FD582437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7B6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22BF27-C3D7-41B5-B7FC-6D0D0F79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85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Relatorio so merece confianca depois da qualidade de dados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A9213-95F1-49AE-BB4D-6F3AED2C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LGPD, filtros e exportacao precisam partir de base coerente.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6573E-17DC-4D6E-8FA9-8F466D0D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0D499-F38E-4A58-BD33-96459859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57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Manual Visual Albergue | Sistema Dias da Cruz | 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891F6-EE5F-4C47-9E97-EB2DCE4C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50863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23342921a4fac"/>
          <a:stretch xmlns:a="http://schemas.openxmlformats.org/drawingml/2006/main"/>
        </p:blipFill>
        <p:spPr>
          <a:xfrm xmlns:a="http://schemas.openxmlformats.org/drawingml/2006/main">
            <a:off x="514731" y="1943100"/>
            <a:ext cx="5047488" cy="3505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935BC-FA08-4A06-8411-9515214E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50863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aae29c9fa4158"/>
          <a:stretch xmlns:a="http://schemas.openxmlformats.org/drawingml/2006/main"/>
        </p:blipFill>
        <p:spPr>
          <a:xfrm xmlns:a="http://schemas.openxmlformats.org/drawingml/2006/main">
            <a:off x="6191631" y="1943100"/>
            <a:ext cx="5047488" cy="3505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9EC2A-07B6-4B86-9625-36F00BD1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003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9D0D5-FE30-4C6A-A358-A1D5D3C5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66975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86B8D-98D8-4D64-B6B5-D541545B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28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252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8D0FD-62E7-43E0-95A4-A0C1EDBF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95625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0649E-2DD9-40A2-90B9-E5B7C707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1D1F7-00DF-47DC-9D1C-C6CDE3A0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3C0A6-776C-4DFD-BFE7-26FDD24F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3407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47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7B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DA1940-138A-418D-9E55-AE6F8292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95975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LGPD e exportacao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F3045A-4B89-4B26-85A8-B4CE863E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531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PDF para leitura, Excel para analise, anonimizar quando circular.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5C1DB-459D-4914-8B90-89B802AE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07A46-B639-4362-B229-D669B481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2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290338-E390-4F75-A9C8-EBE83EC9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93407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F252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F252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8A5ECB-60BF-491D-857A-57B7F59B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95975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Pendencias visiveis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3B8D00-B661-44EE-B607-3341F7D9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1531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Cadastro incompleto e presenca pendente explicam fragilidade do indicador.</a:t>
            </a:r>
          </a:p>
        </p:txBody>
      </p:sp>
    </p:spTree>
    <p:extLst>
      <p:ext uri="{BB962C8B-B14F-4D97-AF65-F5344CB8AC3E}">
        <p14:creationId xmlns:p14="http://schemas.microsoft.com/office/powerpoint/2010/main" val="262454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CDC775-728C-4429-A100-9927E1D9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8002C-86C9-406E-8ABC-13B82AB2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5AE87-5007-41DA-B592-1AE7D85D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7B6"/>
                </a:solidFill>
                <a:latin typeface="Aptos"/>
                <a:ea typeface="Aptos"/>
                <a:cs typeface="Aptos"/>
              </a:rPr>
              <a:t>FECHAMENTO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DD7C9-1035-4AA3-A017-F5A81AB9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85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Impacto e RMA transformam rotina em prestacao de contas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06D1F-8A05-4DCC-A8C5-07A3812D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Um mede escuta anonima; o outro confere base externa.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8567F-A3F0-45D5-92BF-50B00901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5A5FA-BBD1-4CCF-9808-0891E1FC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57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Manual Visual Albergue | Sistema Dias da Cruz |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A8077-928A-4ACA-B102-1CCFF643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50863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67567b53d4907"/>
          <a:stretch xmlns:a="http://schemas.openxmlformats.org/drawingml/2006/main"/>
        </p:blipFill>
        <p:spPr>
          <a:xfrm xmlns:a="http://schemas.openxmlformats.org/drawingml/2006/main">
            <a:off x="514731" y="1943100"/>
            <a:ext cx="5047488" cy="3505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BFDA4-8BFE-4C55-A9D5-B3E4DED3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50863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ed980c6d64f2f"/>
          <a:stretch xmlns:a="http://schemas.openxmlformats.org/drawingml/2006/main"/>
        </p:blipFill>
        <p:spPr>
          <a:xfrm xmlns:a="http://schemas.openxmlformats.org/drawingml/2006/main">
            <a:off x="6191631" y="1943100"/>
            <a:ext cx="5047488" cy="3505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E9B38-0F19-423C-99DF-08A7B5A9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050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4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29C96-9CE0-4361-BA9C-2E7113E3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71725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51960-C40F-4EC0-9D20-AC7BEB08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00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E5D0A-BA8B-4B43-B9BB-ED64FB5C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76675"/>
            <a:ext cx="152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1BD20-72F6-4CEF-A42D-929AF9AD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E8AD3-1562-4853-B7C4-86006DCC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E715F6-F770-4286-8D1B-D5994A57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3407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F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8F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C1767-25B8-49AF-B7E3-6B8AB233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95975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Impacto social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A832B-470C-43F5-B62B-757C7678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531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Registro anonimo da experiencia e das demandas do servico.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C65A2-0612-4749-AF88-6AEB204E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D0DCD-D56A-4A21-A46C-BF31546E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3F5202-D998-4E24-85DF-18A50874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93407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47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47B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DA0EEF-08BF-4518-844E-03E7A12C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95975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Conferencia RMA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0F880E-E306-446D-9E52-31A17B27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15315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Planilha Gesuas versus base interna antes do fechamento mensal.</a:t>
            </a:r>
          </a:p>
        </p:txBody>
      </p:sp>
    </p:spTree>
    <p:extLst>
      <p:ext uri="{BB962C8B-B14F-4D97-AF65-F5344CB8AC3E}">
        <p14:creationId xmlns:p14="http://schemas.microsoft.com/office/powerpoint/2010/main" val="18044361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03E3E2-8737-4DFF-8CF4-B06097CB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1222F-AF0C-4594-A6EC-F02C14F1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FD30A-0F5A-469E-A6EF-037DA387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47B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47B6"/>
                </a:solidFill>
                <a:latin typeface="Aptos"/>
                <a:ea typeface="Aptos"/>
                <a:cs typeface="Aptos"/>
              </a:rPr>
              <a:t>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0BBA6-BB94-4E62-946B-5ACE6714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858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Treinamento bom termina em rotina verificavel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231CC-05F8-4605-9F43-7AE26495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O manual profissional vira padrao quando a equipe repete o fluxo sem depender de memoria individual.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E9D88-9DED-44CA-A6F7-14493E6D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DFDA6-82DA-4679-94E2-B093947A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1300"/>
            <a:ext cx="457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B879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B8798"/>
                </a:solidFill>
                <a:latin typeface="Aptos"/>
                <a:ea typeface="Aptos"/>
                <a:cs typeface="Aptos"/>
              </a:rPr>
              <a:t>Manual Visual Albergue | Sistema Dias da Cruz |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9A442-2836-4E75-9992-EC261269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E153A-3146-49CC-8CAF-0DABA382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2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8270F-B7F3-48FB-A8D9-7C326352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17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AA184-A740-4590-B259-54EC4ADF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193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Perfil correto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1F7EB-B769-4A4A-81AD-3843FC19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Conta e permissao conferidas antes de operar.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4CBA5-CDD1-4D79-B242-86CD946B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03751-594B-45EC-976B-E2874315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F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02D35-7AE9-4C28-8C7F-1CA1DDD1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17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5C789-D5E8-42C6-B1E8-990A51EC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193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Ocupacao real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C0BE6-E85D-4357-82F3-7EDBE47A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765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Casa, cama e estadia batem com o plantao.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F4B71-3EC2-4036-AB96-38D109E1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69173E-002C-47BE-81C8-087F3644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2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A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C0E2B-CB87-4102-BF18-6286B911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62200"/>
            <a:ext cx="17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B25DCD-FF80-444B-B6EA-61FA7121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193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Base limpa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3F386F-AB33-4EBD-861E-2A64A7CF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7650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Cadastro, presenca e vencimentos revisados.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658ADC-84B7-4F31-9666-D9718B5A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3375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02327C-2FC7-4EA5-B0A5-BA1D9D8C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33750"/>
            <a:ext cx="32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25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4605DE-5904-4BAC-9386-15705C4C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600450"/>
            <a:ext cx="17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4EE7BE-A977-4CA9-A78E-C08C6A24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5757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Evidencia fechada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386238-417E-4E15-B687-676C7CE6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7147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Relatorio, impacto e RMA usados com finalidade.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9D901A-C890-4D26-A808-15F8BCF1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48FE2A-2EA4-42D5-8C9C-885D8826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33750"/>
            <a:ext cx="323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7B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8CFA9E-932F-436C-9C0A-284F6341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600450"/>
            <a:ext cx="171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F47956-FE52-4CD7-B509-A9FE3B36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5757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Proxima revisao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0A1C46-54E9-4E04-ABD0-75B0A1CB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147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F6D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6D85"/>
                </a:solidFill>
                <a:latin typeface="Aptos"/>
                <a:ea typeface="Aptos"/>
                <a:cs typeface="Aptos"/>
              </a:rPr>
              <a:t>Validar vocabulario com coordenacao e incluir prints finais aprovados.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AFACE9-2229-4D7C-9C5B-809CEA3D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20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033"/>
                </a:solidFill>
                <a:latin typeface="Aptos"/>
                <a:ea typeface="Aptos"/>
                <a:cs typeface="Aptos"/>
              </a:rPr>
              <a:t>O sistema reduz retrabalho quando a rotina deixa de depender de heroismo individual.</a:t>
            </a:r>
          </a:p>
        </p:txBody>
      </p:sp>
    </p:spTree>
    <p:extLst>
      <p:ext uri="{BB962C8B-B14F-4D97-AF65-F5344CB8AC3E}">
        <p14:creationId xmlns:p14="http://schemas.microsoft.com/office/powerpoint/2010/main" val="1435569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2026-06-06T04:43:29.4270000Z</dcterms:created>
  <dcterms:modified xsi:type="dcterms:W3CDTF">2026-06-06T04:43:29.4270000Z</dcterms:modified>
</coreProperties>
</file>